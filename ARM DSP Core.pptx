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5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4F0D7-C926-4E55-8BED-07C21AD32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BA17CC-AF95-4B72-9CD1-6DB1DABB0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F8341-E04C-4EAA-B685-66489078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0D605-DFB7-4446-B6BA-4EEBB9DA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B21E0-0F69-4F99-B435-CFC9D583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5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44B6-6DFE-47B7-A420-78BBB9C6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6B7B5-3AC6-4846-ABCE-A2853CE2A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B5CBC-718C-49FD-9596-B44F582C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C52BE-2E91-4A76-87B1-F5348C11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76D67-8A33-4743-A211-0212C566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553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545F-A1B9-4A19-8DF1-D7D90BFB0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AF2E1-EF59-410C-9BBD-48767903E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62CB-6F2F-4109-B3E8-70E100119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DDCC8-AA9E-44A9-B0EB-2C5EA74D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2CBF7-B0AB-4EEF-9F04-C7D98E2E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294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7FE0-0550-4E07-AB13-B4C2815A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F1F80-592A-4FB6-AB42-2443FBE64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54D8C-6275-4EFE-99BC-6266EA121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42577-6B61-4D49-B7C8-B18DC953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CD7FB-46B5-4BEC-8D06-502A3B6E1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5127E-A7DA-4671-B956-7EE8BA22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9233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7204-E129-4A9D-8313-9CC397FFA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2E13E-7438-4D58-B3F7-F541B6C84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3AF9B-53A7-4E25-B6C4-43C8EA295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37DC0-EF2C-4FE8-B655-F6C421ABD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29EAFB-F84C-430C-8BED-9493CD3DE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971C2-46C7-4A9D-90B6-2A9F7490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730BA-AD18-459E-A80F-8B6D90C8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91F91-CA9D-450B-9B0B-AC9AA3D8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7367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1534-5CA1-4884-A966-8962178B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263DB-11C8-4AFB-9E5B-E58C389F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3979C-39AE-478F-B219-42C0BB89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7ECC9-1D4F-437C-9252-340C176D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478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82CF6E-6C32-47FF-98E9-6A4E2C08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D3673-2328-4088-9CBC-C8E0E966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E9F5D-B0B1-4B65-9ADB-510EF6EE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073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46B1-9E59-44AE-AA98-C43A8109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24F45-03EB-4989-9B31-6288068DC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D1C5C-AFBD-464E-8078-DBBE37A0D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1E7D1-652F-45C3-8559-5165DE30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5DAF9-BFE5-4FDE-AC87-4FB9BF7B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5EC98-8998-48C8-BF86-0FAAD522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7763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8393-6C9D-48E8-AB8F-CBB3C628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00B6F-8612-47F4-917C-3328FD8B1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AD3C9-7AAE-4F9A-9EB0-360B54940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D7007-6F03-4EAC-BAC2-15E2AC67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F04C7-2BA0-483B-A9BF-32050BB7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D8147-3917-4991-B377-ED33A9213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095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30D9-21D0-40D9-A49C-D7B14AF7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F6DA0-79E8-4D84-A363-44A679DF2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57CDF-66E8-45A2-B5B6-A86C665A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C5946-8118-4E80-A59C-CBDB724B4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C1C9D-C72C-4E69-BE04-6EB8D258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675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B68346-0595-470F-8022-BF5EC4E8A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67AA7-79B4-4F2A-B5A7-4797D15F5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67E25-87B3-41A6-B1CF-F6505199D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61DC1-4D4F-4072-973F-622729A9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8E641-C64B-48E9-A17F-580A16F0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253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0D711C-E53A-41FE-BF81-A22B72E0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89BFD-983F-45A0-BC4D-12C16A81D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3C47B-2C0E-47A3-A96A-5C70E48EA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0297D-9339-48ED-A639-1C1C31BEA196}" type="datetimeFigureOut">
              <a:rPr lang="da-DK" smtClean="0"/>
              <a:t>08-12-2025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77101-BB4D-4217-9D0F-AB214D92B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4A5-A227-41B4-B404-7D1DFBC94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84E22-550A-4CBD-906E-BA4C2CBDD468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7890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EE2673-FAF3-41A1-A8E9-86579CE27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2DAB65-F791-479E-A94B-CB1D2BE22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9954"/>
            <a:ext cx="9144000" cy="912236"/>
          </a:xfrm>
        </p:spPr>
        <p:txBody>
          <a:bodyPr>
            <a:normAutofit fontScale="90000"/>
          </a:bodyPr>
          <a:lstStyle/>
          <a:p>
            <a:r>
              <a:rPr lang="da-DK" dirty="0">
                <a:solidFill>
                  <a:schemeClr val="bg1"/>
                </a:solidFill>
              </a:rPr>
              <a:t>ARM DSP Core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78A50-C042-4C1F-B534-409CF185C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7323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DSP Enhanced arm M4 FFT</a:t>
            </a:r>
          </a:p>
        </p:txBody>
      </p:sp>
    </p:spTree>
    <p:extLst>
      <p:ext uri="{BB962C8B-B14F-4D97-AF65-F5344CB8AC3E}">
        <p14:creationId xmlns:p14="http://schemas.microsoft.com/office/powerpoint/2010/main" val="3423693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05BB79-84A4-4A75-B259-E8DE272A3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4C48A7-CDE4-4835-89F0-5E4F5871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85CEA-19B7-4A5E-A239-68B6B83C9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Time-domain / Frequency-Domain</a:t>
            </a:r>
          </a:p>
          <a:p>
            <a:r>
              <a:rPr lang="en-US" dirty="0">
                <a:solidFill>
                  <a:schemeClr val="bg1"/>
                </a:solidFill>
              </a:rPr>
              <a:t>Recap of DFT and FFT</a:t>
            </a:r>
          </a:p>
          <a:p>
            <a:r>
              <a:rPr lang="en-US" dirty="0">
                <a:solidFill>
                  <a:schemeClr val="bg1"/>
                </a:solidFill>
              </a:rPr>
              <a:t>Building a Frequency Decomposition Machine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-DFT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-FFT by means of periodicity and symmetry</a:t>
            </a:r>
          </a:p>
          <a:p>
            <a:r>
              <a:rPr lang="en-US" dirty="0">
                <a:solidFill>
                  <a:schemeClr val="bg1"/>
                </a:solidFill>
              </a:rPr>
              <a:t>The butterfly and its cost</a:t>
            </a:r>
          </a:p>
          <a:p>
            <a:r>
              <a:rPr lang="en-US" dirty="0">
                <a:solidFill>
                  <a:schemeClr val="bg1"/>
                </a:solidFill>
              </a:rPr>
              <a:t>Memory constraints – in place DIT</a:t>
            </a:r>
          </a:p>
          <a:p>
            <a:r>
              <a:rPr lang="en-US" dirty="0">
                <a:solidFill>
                  <a:schemeClr val="bg1"/>
                </a:solidFill>
              </a:rPr>
              <a:t>Implementation</a:t>
            </a:r>
          </a:p>
          <a:p>
            <a:r>
              <a:rPr lang="en-US" dirty="0">
                <a:solidFill>
                  <a:schemeClr val="bg1"/>
                </a:solidFill>
              </a:rPr>
              <a:t>What to expect</a:t>
            </a:r>
          </a:p>
          <a:p>
            <a:r>
              <a:rPr lang="en-US" dirty="0">
                <a:solidFill>
                  <a:schemeClr val="bg1"/>
                </a:solidFill>
              </a:rPr>
              <a:t>Leakage and windows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D5180F-7024-4515-8765-5768735C9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096" y="3709496"/>
            <a:ext cx="3248478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2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ARM DSP Core</vt:lpstr>
      <vt:lpstr>Topics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Jakob Friborg Thiesen</dc:creator>
  <cp:lastModifiedBy>Jakob Friborg Thiesen</cp:lastModifiedBy>
  <cp:revision>3</cp:revision>
  <dcterms:created xsi:type="dcterms:W3CDTF">2025-12-08T10:52:34Z</dcterms:created>
  <dcterms:modified xsi:type="dcterms:W3CDTF">2025-12-08T11:07:35Z</dcterms:modified>
</cp:coreProperties>
</file>